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Kanit Light"/>
      <p:regular r:id="rId17"/>
    </p:embeddedFont>
    <p:embeddedFont>
      <p:font typeface="Kanit Light"/>
      <p:regular r:id="rId18"/>
    </p:embeddedFont>
    <p:embeddedFont>
      <p:font typeface="Kanit Light"/>
      <p:regular r:id="rId19"/>
    </p:embeddedFont>
    <p:embeddedFont>
      <p:font typeface="Kanit Light"/>
      <p:regular r:id="rId20"/>
    </p:embeddedFont>
    <p:embeddedFont>
      <p:font typeface="Martel Sans"/>
      <p:regular r:id="rId21"/>
    </p:embeddedFont>
    <p:embeddedFont>
      <p:font typeface="Martel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3782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 Behavior 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337328"/>
            <a:ext cx="53696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Connecting Finance, People, and Sentiment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54674"/>
            <a:ext cx="68882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Beyond Standard Reporting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203615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34380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Traditional Approach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92846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Isolated KPIs, disconnected metrics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4752618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4624" y="49870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Overflow Method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14624" y="5477470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Integrated workflow where datasets communicate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31600"/>
            <a:ext cx="63535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Three-Step Workflow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28054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635585"/>
            <a:ext cx="4196358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58098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Ingest Financial Data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6300311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Establish baseline metrics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216962" y="528054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5635585"/>
            <a:ext cx="4196358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0" name="Text 7"/>
          <p:cNvSpPr/>
          <p:nvPr/>
        </p:nvSpPr>
        <p:spPr>
          <a:xfrm>
            <a:off x="5216962" y="5809893"/>
            <a:ext cx="35359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Layer Employee Interactions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216962" y="6300311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Understand human drivers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640133" y="528054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9640133" y="5635585"/>
            <a:ext cx="4196358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4" name="Text 11"/>
          <p:cNvSpPr/>
          <p:nvPr/>
        </p:nvSpPr>
        <p:spPr>
          <a:xfrm>
            <a:off x="9640133" y="5809893"/>
            <a:ext cx="29876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Apply Sentiment Scores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640133" y="6300311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Quality filter for insights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222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218" y="3444716"/>
            <a:ext cx="11289030" cy="1411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00"/>
              </a:lnSpc>
              <a:buNone/>
            </a:pPr>
            <a:r>
              <a:rPr lang="en-US" sz="8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Step 1</a:t>
            </a:r>
            <a:endParaRPr lang="en-US" sz="8850" dirty="0"/>
          </a:p>
        </p:txBody>
      </p:sp>
      <p:sp>
        <p:nvSpPr>
          <p:cNvPr id="4" name="Text 1"/>
          <p:cNvSpPr/>
          <p:nvPr/>
        </p:nvSpPr>
        <p:spPr>
          <a:xfrm>
            <a:off x="790218" y="5194459"/>
            <a:ext cx="6502003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Financial Data Foundation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90218" y="6464379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Baseline Metrics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0218" y="7042785"/>
            <a:ext cx="6249591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Revenue streams, cost structures, profit margins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98212" y="6464379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Ingestion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598212" y="7042785"/>
            <a:ext cx="6249591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Structured financial inputs form the foundation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39942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Step 2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793790" y="31977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Human Driver Analysis</a:t>
            </a:r>
            <a:endParaRPr lang="en-US" sz="4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4246721"/>
            <a:ext cx="680442" cy="6804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57720" y="44380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Employee Interactions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757720" y="4928473"/>
            <a:ext cx="659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Track engagement patterns and touchpoints</a:t>
            </a:r>
            <a:endParaRPr lang="en-US" sz="1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5745004"/>
            <a:ext cx="680442" cy="68044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57720" y="59363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Behavioral Data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1757720" y="6426756"/>
            <a:ext cx="659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Understand what drives performance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30035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Step 3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6280190" y="2987873"/>
            <a:ext cx="66166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Sentiment as Quality Filter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6280190" y="4036814"/>
            <a:ext cx="7556421" cy="1367909"/>
          </a:xfrm>
          <a:prstGeom prst="roundRect">
            <a:avLst>
              <a:gd name="adj" fmla="val 10695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49710" y="4036814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7" name="Text 4"/>
          <p:cNvSpPr/>
          <p:nvPr/>
        </p:nvSpPr>
        <p:spPr>
          <a:xfrm>
            <a:off x="6628924" y="42941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 Feedback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628924" y="4784527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Satisfaction scores reveal quality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280190" y="5631537"/>
            <a:ext cx="7556421" cy="1367909"/>
          </a:xfrm>
          <a:prstGeom prst="roundRect">
            <a:avLst>
              <a:gd name="adj" fmla="val 10695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49710" y="5631537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11" name="Text 8"/>
          <p:cNvSpPr/>
          <p:nvPr/>
        </p:nvSpPr>
        <p:spPr>
          <a:xfrm>
            <a:off x="6628924" y="58888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Sentiment Analysis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628924" y="6379250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Filter signal from noise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033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Powerful Result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620351" y="2107406"/>
            <a:ext cx="72162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Pinpoint exactly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who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(which employee) is driving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what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(revenue) and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how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(customer satisfaction)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1852255"/>
            <a:ext cx="30480" cy="1236107"/>
          </a:xfrm>
          <a:prstGeom prst="rect">
            <a:avLst/>
          </a:prstGeom>
          <a:solidFill>
            <a:srgbClr val="43706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3343513"/>
            <a:ext cx="1134070" cy="1360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41074" y="35703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Who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641074" y="4060746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Individual contributors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4704398"/>
            <a:ext cx="1134070" cy="13608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41074" y="49312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What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641074" y="5421630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Revenue impact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6065282"/>
            <a:ext cx="1134070" cy="13608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41074" y="62920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How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641074" y="6782514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Satisfaction levels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45888"/>
            <a:ext cx="67289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From Reporting to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621643"/>
            <a:ext cx="269045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Standard Sales Report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557117"/>
            <a:ext cx="269045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Numbers only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999315"/>
            <a:ext cx="269045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Static view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441513"/>
            <a:ext cx="269045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Limited insight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531668" y="36216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Behavior Analysis Tool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531668" y="4202787"/>
            <a:ext cx="43124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Correlates behaviors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531668" y="4644985"/>
            <a:ext cx="43124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Dynamic insights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9531668" y="5087183"/>
            <a:ext cx="43124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Actionable intelligence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47418"/>
            <a:ext cx="66914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Correlation Advantage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296358"/>
            <a:ext cx="7556421" cy="2229445"/>
          </a:xfrm>
          <a:prstGeom prst="roundRect">
            <a:avLst>
              <a:gd name="adj" fmla="val 4273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14624" y="253079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1790" y="2717840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14624" y="3438049"/>
            <a:ext cx="30712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Stop Reporting Numbers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514624" y="392846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Move beyond surface metrics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6280190" y="4752618"/>
            <a:ext cx="7556421" cy="2229445"/>
          </a:xfrm>
          <a:prstGeom prst="roundRect">
            <a:avLst>
              <a:gd name="adj" fmla="val 4273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14624" y="498705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01790" y="5174099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14624" y="5894308"/>
            <a:ext cx="33681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Start Correlating Behaviors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6514624" y="638472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Discover what truly drives results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006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Overflow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262908"/>
            <a:ext cx="36364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194316" y="42947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Layers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785122"/>
            <a:ext cx="36364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Finance, People, Sentiment integrated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713684" y="3262908"/>
            <a:ext cx="36365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114330" y="42947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Unified View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713684" y="4785122"/>
            <a:ext cx="36365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Complete picture of performance drivers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57660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When distinct datasets communicate, insights overflow.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2025-12-06T06:47:48Z</dcterms:created>
  <dcterms:modified xsi:type="dcterms:W3CDTF">2025-12-06T06:47:48Z</dcterms:modified>
</cp:coreProperties>
</file>